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anaroussi.github.io/yfinanc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22B5E"/>
                </a:solidFill>
                <a:latin typeface="Aptos Display"/>
              </a:defRPr>
            </a:pPr>
            <a:r>
              <a:t>Historical Stock Data</a:t>
            </a:r>
            <a:br/>
            <a:r>
              <a:t>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55CAA"/>
                </a:solidFill>
                <a:latin typeface="Aptos"/>
              </a:defRPr>
            </a:pPr>
            <a:r>
              <a:t>NSE / BSE public-market data with yfinance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F6978"/>
                </a:solidFill>
                <a:latin typeface="Aptos"/>
              </a:defRPr>
            </a:pPr>
            <a:r>
              <a:t>A simple workflow to collect, save, and analyze daily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66360"/>
            <a:ext cx="3108960" cy="502920"/>
          </a:xfrm>
          <a:prstGeom prst="roundRect">
            <a:avLst/>
          </a:prstGeom>
          <a:solidFill>
            <a:srgbClr val="12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Educational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5E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What the project does — and what it does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41148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166360" cy="14173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82296" cy="1417320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7548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03C"/>
                </a:solidFill>
                <a:latin typeface="Aptos"/>
              </a:defRPr>
            </a:pPr>
            <a:r>
              <a:t>Download daily historical OHLCV data for a selected listed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166360" cy="14173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82296" cy="14173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0195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  <a:latin typeface="Aptos"/>
              </a:defRPr>
            </a:pPr>
            <a:r>
              <a:t>Fields collected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7548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03C"/>
                </a:solidFill>
                <a:latin typeface="Aptos"/>
              </a:defRPr>
            </a:pPr>
            <a:r>
              <a:t>Date, Open, High, Low, Close, Adjusted Close (when available),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5166360" cy="14173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20440"/>
            <a:ext cx="82296" cy="14173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850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47548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03C"/>
                </a:solidFill>
                <a:latin typeface="Aptos"/>
              </a:defRPr>
            </a:pPr>
            <a:r>
              <a:t>A CSV file that can be opened in Excel or analyzed with pandas.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20440"/>
            <a:ext cx="5166360" cy="141732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82296" cy="1417320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6850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47548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03C"/>
                </a:solidFill>
                <a:latin typeface="Aptos"/>
              </a:defRPr>
            </a:pPr>
            <a:r>
              <a:t>Historical daily data only — not live prices, trade execution, or investment advice.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8"/>
                </a:solidFill>
              </a:defRPr>
            </a:pPr>
            <a:r>
              <a:t>Example symbols: RELIANCE.NS (NSE) and RELIANCE.BO (BSE), if supported by the data provider.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5E"/>
                </a:solidFill>
                <a:latin typeface="Aptos Display"/>
              </a:defRPr>
            </a:pPr>
            <a:r>
              <a:t>Data source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Choose the source based on your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41148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166360" cy="18288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82296" cy="1828800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  <a:latin typeface="Aptos"/>
              </a:defRPr>
            </a:pPr>
            <a:r>
              <a:t>Option A — yfinance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7548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03C"/>
                </a:solidFill>
                <a:latin typeface="Aptos"/>
              </a:defRPr>
            </a:pPr>
            <a:r>
              <a:t>Easy for a student prototype. Uses Yahoo Finance data; it is not an official NSE/BSE API. Data coverage and availability can vary.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166360" cy="18288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82296" cy="1828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  <a:latin typeface="Aptos"/>
              </a:defRPr>
            </a:pPr>
            <a:r>
              <a:t>Option B — official exchange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7548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03C"/>
                </a:solidFill>
                <a:latin typeface="Aptos"/>
              </a:defRPr>
            </a:pPr>
            <a:r>
              <a:t>For authoritative data, use NSE/BSE published archives or licensed data services and follow their terms of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332720" cy="146304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Python libraries: yfinance and pandas</a:t>
            </a:r>
          </a:p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nsepy is an older third-party library; compatibility and data access may be unreliable.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7044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B5E"/>
                </a:solidFill>
              </a:defRPr>
            </a:pPr>
            <a:r>
              <a:t>Rule: label the data source and retrieval date in your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5E"/>
                </a:solidFill>
                <a:latin typeface="Aptos Display"/>
              </a:defRPr>
            </a:pPr>
            <a:r>
              <a:t>Python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Minimal example with checks and CSV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41148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10698480" cy="4251960"/>
          </a:xfrm>
          <a:prstGeom prst="roundRect">
            <a:avLst/>
          </a:prstGeom>
          <a:solidFill>
            <a:srgbClr val="18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014984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# Install once: pip install yfinance pandas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import yfinance as yf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symbol = "RELIANCE.NS"  # NSE example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data = yf.Ticker(symbol).history(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    start="2023-01-01",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    end="2024-01-01",   # end date is exclusive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    interval="1d",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    auto_adjust=False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if data.empty: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    raise ValueError("No data returned; check symbol, dates, or provider access.")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data = data.reset_index()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data.to_csv("reliance_nse_history.csv", index=False)</a:t>
            </a:r>
          </a:p>
          <a:p>
            <a:pPr>
              <a:spcAft>
                <a:spcPts val="500"/>
              </a:spcAft>
              <a:defRPr sz="1500">
                <a:solidFill>
                  <a:srgbClr val="E8EFFA"/>
                </a:solidFill>
                <a:latin typeface="Consolas"/>
              </a:defRPr>
            </a:pPr>
            <a:r>
              <a:t>print(data.head())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For BSE, try a supported .BO symbol. Verify the returned dates and columns before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5E"/>
                </a:solidFill>
                <a:latin typeface="Aptos Display"/>
              </a:defRPr>
            </a:pPr>
            <a:r>
              <a:t>Quality checks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Avoid common errors before drawing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41148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607040" cy="4297680"/>
          </a:xfrm>
          <a:prstGeom prst="rect">
            <a:avLst/>
          </a:prstGeom>
          <a:noFill/>
        </p:spPr>
        <p:txBody>
          <a:bodyPr wrap="square" lIns="73152" rIns="73152" tIns="7315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Check symbol, date range, missing rows, duplicate dates, and empty downloads.</a:t>
            </a:r>
          </a:p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Prices may differ across providers due to adjustments, corrections, corporate actions, or coverage.</a:t>
            </a:r>
          </a:p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yfinance is intended for research/educational use; check Yahoo Finance terms before using or redistributing data.</a:t>
            </a:r>
          </a:p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For official or commercial use, confirm exchange licensing and data-sharing permissions.</a:t>
            </a:r>
          </a:p>
          <a:p>
            <a:pPr>
              <a:spcAft>
                <a:spcPts val="1600"/>
              </a:spcAft>
              <a:defRPr sz="1800">
                <a:solidFill>
                  <a:srgbClr val="28303C"/>
                </a:solidFill>
                <a:latin typeface="Aptos"/>
              </a:defRPr>
            </a:pPr>
            <a:r>
              <a:t>Historical performance does not predict future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715000"/>
            <a:ext cx="10469880" cy="475488"/>
          </a:xfrm>
          <a:prstGeom prst="roundRect">
            <a:avLst/>
          </a:prstGeom>
          <a:solidFill>
            <a:srgbClr val="12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Conclusion: collect carefully • validate • document the source • analyze responsibly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B5E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Documentation to verify the method and data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41148"/>
          </a:xfrm>
          <a:prstGeom prst="rect">
            <a:avLst/>
          </a:prstGeom>
          <a:solidFill>
            <a:srgbClr val="2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B5E"/>
                </a:solidFill>
              </a:defRPr>
            </a:pPr>
            <a:r>
              <a:t>yfinance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55CAA"/>
                </a:solidFill>
              </a:defRPr>
            </a:pPr>
            <a:r>
              <a:rPr>
                <a:hlinkClick r:id="rId2"/>
              </a:rPr>
              <a:t>https://ranaroussi.github.io/yfinance/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